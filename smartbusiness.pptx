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1" r:id="rId5"/>
    <p:sldId id="258" r:id="rId6"/>
    <p:sldId id="259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7206B-E314-4EA5-BBF9-90F3E6E3C2E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7333-AD0B-4AB7-B5F4-2B2E032B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52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7206B-E314-4EA5-BBF9-90F3E6E3C2E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7333-AD0B-4AB7-B5F4-2B2E032B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0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7206B-E314-4EA5-BBF9-90F3E6E3C2E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7333-AD0B-4AB7-B5F4-2B2E032B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47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7206B-E314-4EA5-BBF9-90F3E6E3C2E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7333-AD0B-4AB7-B5F4-2B2E032B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3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7206B-E314-4EA5-BBF9-90F3E6E3C2E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7333-AD0B-4AB7-B5F4-2B2E032B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52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7206B-E314-4EA5-BBF9-90F3E6E3C2E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7333-AD0B-4AB7-B5F4-2B2E032B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41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7206B-E314-4EA5-BBF9-90F3E6E3C2E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7333-AD0B-4AB7-B5F4-2B2E032B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7206B-E314-4EA5-BBF9-90F3E6E3C2E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7333-AD0B-4AB7-B5F4-2B2E032B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8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7206B-E314-4EA5-BBF9-90F3E6E3C2E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7333-AD0B-4AB7-B5F4-2B2E032B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1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7206B-E314-4EA5-BBF9-90F3E6E3C2E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7333-AD0B-4AB7-B5F4-2B2E032B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04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7206B-E314-4EA5-BBF9-90F3E6E3C2E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7333-AD0B-4AB7-B5F4-2B2E032B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1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7206B-E314-4EA5-BBF9-90F3E6E3C2E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57333-AD0B-4AB7-B5F4-2B2E032B8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25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822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12"/>
            <a:ext cx="12192000" cy="6549080"/>
          </a:xfrm>
        </p:spPr>
      </p:pic>
    </p:spTree>
    <p:extLst>
      <p:ext uri="{BB962C8B-B14F-4D97-AF65-F5344CB8AC3E}">
        <p14:creationId xmlns:p14="http://schemas.microsoft.com/office/powerpoint/2010/main" val="936262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496"/>
            <a:ext cx="12097265" cy="6610865"/>
          </a:xfrm>
        </p:spPr>
      </p:pic>
    </p:spTree>
    <p:extLst>
      <p:ext uri="{BB962C8B-B14F-4D97-AF65-F5344CB8AC3E}">
        <p14:creationId xmlns:p14="http://schemas.microsoft.com/office/powerpoint/2010/main" val="2832456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11"/>
            <a:ext cx="12192000" cy="6240161"/>
          </a:xfrm>
        </p:spPr>
      </p:pic>
    </p:spTree>
    <p:extLst>
      <p:ext uri="{BB962C8B-B14F-4D97-AF65-F5344CB8AC3E}">
        <p14:creationId xmlns:p14="http://schemas.microsoft.com/office/powerpoint/2010/main" val="2875446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995"/>
            <a:ext cx="12192000" cy="6277232"/>
          </a:xfrm>
        </p:spPr>
      </p:pic>
    </p:spTree>
    <p:extLst>
      <p:ext uri="{BB962C8B-B14F-4D97-AF65-F5344CB8AC3E}">
        <p14:creationId xmlns:p14="http://schemas.microsoft.com/office/powerpoint/2010/main" val="903406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756" y="86498"/>
            <a:ext cx="6456425" cy="5239265"/>
          </a:xfr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6498"/>
            <a:ext cx="5362832" cy="568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96" y="0"/>
            <a:ext cx="12278496" cy="7006281"/>
          </a:xfrm>
        </p:spPr>
      </p:pic>
    </p:spTree>
    <p:extLst>
      <p:ext uri="{BB962C8B-B14F-4D97-AF65-F5344CB8AC3E}">
        <p14:creationId xmlns:p14="http://schemas.microsoft.com/office/powerpoint/2010/main" val="2785270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Ramgandhi</dc:creator>
  <cp:lastModifiedBy>Ramgandhi</cp:lastModifiedBy>
  <cp:revision>3</cp:revision>
  <dcterms:created xsi:type="dcterms:W3CDTF">2026-08-12T05:57:36Z</dcterms:created>
  <dcterms:modified xsi:type="dcterms:W3CDTF">2026-08-12T06:00:59Z</dcterms:modified>
</cp:coreProperties>
</file>